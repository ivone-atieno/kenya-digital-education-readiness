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3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370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722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413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185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412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395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584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519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038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1960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27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169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7886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7805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11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9872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09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7654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9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9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Digital Education Readiness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 Gap Between Infrastructure and Impact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89438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analytics project on school ICT 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device deployment, and digital equity across Kenya's 47 counties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79801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 ·  Python  ·  Power BI</a:t>
            </a: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6298" y="93540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62000" y="187452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Kenya's shift to the Competency-Based Curriculum assumes learners and teachers have reasonable access to digital tools and connectivity. Government programmes like the Digital Literacy Programme have invested heavily in device distribution - but it's unclear whether that infrastructure is equitably distributed, or whether policy expectations outpace what's actually usable on the ground.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0"/>
            <a:ext cx="3749040" cy="4206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asks: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581663"/>
            <a:ext cx="3291840" cy="2108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device installation actually translating into real digital access and use - across all 47 counties?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94460" y="120911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85800" y="269748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94460" y="2880361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infrastructure gap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94460" y="2994661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counties have the weakest school-level ICT infrastructure?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156960" y="268821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8575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context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79920" y="2962533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gap mirror household connectivity, or is it school-specific?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0332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394460" y="39090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deployment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94460" y="40919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devices reaching schools consistently across counties?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70332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886201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79920" y="4000501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counties are under-resourced once fairly normalized?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800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vs. scattered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166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disadvantage concentrated, or spread across many counties?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800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vs. reality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5166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installation actually translate into real usage?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097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993392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1627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(camelot, pdfplumber) pulled county-level tables out of government PDF reports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9504" y="2011680"/>
            <a:ext cx="1993392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72384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07238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154680"/>
            <a:ext cx="1627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+ Python: standardized 47 county names, flagged impossible values, documented every fix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47488" y="2011680"/>
            <a:ext cx="1993392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30368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3154680"/>
            <a:ext cx="1627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MySQL: six relational tables joined into one master 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05472" y="2011680"/>
            <a:ext cx="1993392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88352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8835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88352" y="3154680"/>
            <a:ext cx="1627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(pandas, scipy): correlations, t-tests, effect sizes across all 6 research questions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2011680"/>
            <a:ext cx="1993392" cy="3291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46336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546336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46336" y="3154680"/>
            <a:ext cx="1627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BI: interactive dashboard with custom DAX measures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17957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What Went Wrong, and How It Was Handled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2562606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26999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percentages (&gt;100%)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226999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against source PDF; excluded and flagged, not guess-corrected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332988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0403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schools exceeding total schools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0403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Source-document error confirmed in 4 counties; raw + flagged values both preserved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22910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93649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county names across 6 sources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9364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to one canonical 47-county list before any join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5125212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8326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coordinate system in school location data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483260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and corrected before mapping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6021324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572871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used as an equity denominator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572871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to be misleading (penalized urban counties); replaced with per-school metric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2449110" y="792068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tells you almost nothing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actual usage.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62612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Among counties with near-universal device installation, install rate and actual computer usage rate showed no significant relationship (r = -0.13, p = 0.43).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661160" y="3568631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89.4%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0" y="3614351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Average gap between installation % and usage %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61160" y="4254431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810000" y="4300151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Installed in </a:t>
            </a:r>
            <a:r>
              <a:rPr lang="en-US" sz="12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Wajir</a:t>
            </a: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 - only 2.0% computer usage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661160" y="4940231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810000" y="4985951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installed in Tana River - only 3.7% usage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2688" y="1005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Across Research Questions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3456432" cy="1920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2688" y="2743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vs. Private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32004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 vs 39.9% internet access - a large, statistically significant gap nationwide (p &lt; 0.00000001)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70832" y="2560320"/>
            <a:ext cx="3456432" cy="1920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2743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vs. Household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32004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correlation (r = 0.52) - school access lags household access in 40 of 47 counties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10144" y="2560320"/>
            <a:ext cx="3456432" cy="1920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11312" y="27432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Installation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320040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genuine national rate; Samburu lowest at 78.1%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3456432" cy="1920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48463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Per-School Equity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53035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populous counties have MORE devices per school, not fewer - the opposite of assumptions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4663440"/>
            <a:ext cx="3456432" cy="1920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48463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Disadvantage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3035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counties (Tharaka Nithi, Samburu) lag on multiple dimensions - most gaps are localized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0144" y="4663440"/>
            <a:ext cx="3456432" cy="1920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11312" y="48463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Gap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53035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consistent, significant 5.95-point gap in internet usage, male higher, nationwide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219200" y="1051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06649" y="2947334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19200" y="262729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spans three different time periods (2019, 2020, 2023, 2024) that are not perfectly aligned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19200" y="349597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School-age-specific enrollment data was not publicly available; per-school counts used as the best available proxy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19200" y="436465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usage figures are survey-based estimates, not a full census, and carry normal sampling uncertainty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19200" y="523333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2024 National School Census is a pilot covering only 8 counties; used for context only, not core analysis</a:t>
            </a:r>
            <a:endParaRPr lang="en-US" sz="1400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5C2D7230-B125-B4BE-5FDA-8A30BB4748A0}"/>
              </a:ext>
            </a:extLst>
          </p:cNvPr>
          <p:cNvSpPr/>
          <p:nvPr/>
        </p:nvSpPr>
        <p:spPr>
          <a:xfrm>
            <a:off x="806649" y="3792207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6453FB83-FC61-4A60-6C58-4FA1F807494E}"/>
              </a:ext>
            </a:extLst>
          </p:cNvPr>
          <p:cNvSpPr/>
          <p:nvPr/>
        </p:nvSpPr>
        <p:spPr>
          <a:xfrm>
            <a:off x="806649" y="4665171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6736C34F-80E8-12B9-1EF0-33B11154211B}"/>
              </a:ext>
            </a:extLst>
          </p:cNvPr>
          <p:cNvSpPr/>
          <p:nvPr/>
        </p:nvSpPr>
        <p:spPr>
          <a:xfrm>
            <a:off x="806649" y="5553374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code, cleaned data, and the interactive dashboard are linked in the project repository.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 github.com/</a:t>
            </a:r>
            <a:r>
              <a:rPr lang="en-US" sz="1300" dirty="0" err="1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ivone-atieno</a:t>
            </a:r>
            <a:r>
              <a:rPr lang="en-US" sz="13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/kenya-digital-education-readiness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 [Power BI published link]</a:t>
            </a:r>
            <a:endParaRPr lang="en-US" sz="13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43</TotalTime>
  <Words>669</Words>
  <Application>Microsoft Office PowerPoint</Application>
  <PresentationFormat>Widescreen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Ivone Atieno</cp:lastModifiedBy>
  <cp:revision>4</cp:revision>
  <dcterms:created xsi:type="dcterms:W3CDTF">2026-09-14T09:55:44Z</dcterms:created>
  <dcterms:modified xsi:type="dcterms:W3CDTF">2026-09-14T12:50:00Z</dcterms:modified>
</cp:coreProperties>
</file>